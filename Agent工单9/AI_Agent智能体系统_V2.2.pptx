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-1828800"/>
            <a:ext cx="7315200" cy="7315200"/>
          </a:xfrm>
          <a:prstGeom prst="rect">
            <a:avLst/>
          </a:prstGeom>
          <a:solidFill>
            <a:srgbClr val="25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828800" y="4572000"/>
            <a:ext cx="5486400" cy="5486400"/>
          </a:xfrm>
          <a:prstGeom prst="rect">
            <a:avLst/>
          </a:prstGeom>
          <a:solidFill>
            <a:srgbClr val="25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AI Agent 智能体系统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Microsoft YaHei"/>
              </a:defRPr>
            </a:pPr>
            <a:r>
              <a:t>五合一智能编排 · 多工具统一调度 · NL2SQL ·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工单编号：人工智能NLP-Agent数字人项目-智能体任务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版本：V2.2  |  日期：2026-06-23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技术栈：DeepSeek V4 · Qwen · Flask · SQLite ·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💰 记账本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⏰ 日程提醒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🎨 文生图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📊 基金问答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📄 招股书问答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916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项目由来、业务需求与核心目标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603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五合一编排 · 技术栈 · 数据流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Agent Core 核心引擎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29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意图识别 · 工具路由 · 多轮对话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77639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五大工具详解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976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记账本 · 日程 · 文生图 · 基金 · 招股书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前端交互与API设计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66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Web UI · Flask接口 · Session管理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7150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V2.2 深度修复与加固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6035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根因分析 · 三道防线 · 测试验证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PROJECT BACKGROUND &amp;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0292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📋 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基于NLP-Agent数字人项目，构建统一智能体调度平台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整合前期5个独立工单（记账/日程/文生图/基金/招股书）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实现多工具自动路由——用户无需手动选择工具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支持文本+图片双模态输入，多轮对话上下文记忆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5029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🎯 核心目标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一个入口：统一Web聊天界面，覆盖5种业务场景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智能路由：DeepSeek自动识别意图，选择最优工具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自然语言：NL2SQL记账/日程，RAG招股书检索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稳健可靠：多轮对话、错误兜底、模板化回退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10515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🌐 适用范围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006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个人用户：日常记账、日程管理、AI绘图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0176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金融场景：基金净值/持仓/涨跌幅查询（NL2SQL → 1.46GB SQLite）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0293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投研场景：招股说明书关键信息检索（RAG → 80份PDF TXT）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0410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企业展示：Demo问答库快速匹配（SQLite模糊搜索）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系统架构总览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37160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Flask Web :5002  ·  HTML/CSS/JS  ·  暗色主题  ·  图片上传/粘贴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37160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意图层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EA5E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DeepSeek V4 Pro  ·  JSON结构化输出  ·  5工具分类  ·  降级兜底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49040"/>
            <a:ext cx="13716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工具层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记账本 · 日程提醒 · 文生图 · 基金问答 · 招股书RAG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37760"/>
            <a:ext cx="13716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074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SQLite (money_notes/schedule/demo)  ·  1.46GB基金DB  ·  80份TXT  ·  外部API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📩 用户Query → sanitize清洗 → Demo匹配 → 意图识别 → call_tool() → NL2SQL/RAG执行 → 结果整合 → JSON响应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1920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92024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意图识别</a:t>
            </a:r>
            <a:br/>
            <a:r>
              <a:t>NL2SQL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DeepSeek V4 Pro</a:t>
            </a:r>
            <a:br/>
            <a:r>
              <a:t>(推理模型)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645920"/>
            <a:ext cx="1920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645920"/>
            <a:ext cx="19202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文生图</a:t>
            </a:r>
            <a:br/>
            <a:r>
              <a:t>人脸编辑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175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DashScope</a:t>
            </a:r>
            <a:br/>
            <a:r>
              <a:t>Qwen-Image-Edit-Max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45920"/>
            <a:ext cx="1920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645920"/>
            <a:ext cx="192024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Web框架</a:t>
            </a:r>
            <a:br/>
            <a:r>
              <a:t>API路由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0175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Flask</a:t>
            </a:r>
            <a:br/>
            <a:r>
              <a:t>Threaded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645920"/>
            <a:ext cx="1920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645920"/>
            <a:ext cx="19202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基金数据库</a:t>
            </a:r>
            <a:br/>
            <a:r>
              <a:t>10张表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SQLite</a:t>
            </a:r>
            <a:br/>
            <a:r>
              <a:t>1.46GB 博金杯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645920"/>
            <a:ext cx="19202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1645920"/>
            <a:ext cx="192024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7830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招股书</a:t>
            </a:r>
            <a:br/>
            <a:r>
              <a:t>80份PDF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0175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TF-IDF + RAG</a:t>
            </a:r>
            <a:br/>
            <a:r>
              <a:t>PDF→TXT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技术选型对比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Microsoft YaHei"/>
              </a:defRPr>
            </a:pPr>
            <a:r>
              <a:t>组件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623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Microsoft YaHei"/>
              </a:defRPr>
            </a:pPr>
            <a:r>
              <a:t>技术方案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623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Microsoft YaHei"/>
              </a:defRPr>
            </a:pPr>
            <a:r>
              <a:t>选型理由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79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意图识别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879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DeepSeek V4-Pro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879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JSON结构化输出 · 中文理解能力强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356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文生图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61356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DashScope Image-Edit-Max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1356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真正图像生成/编辑 · 非纯文本描述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916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基金问答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63916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NL2SQL + SQLite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3916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10张表 · 1.46GB · 覆盖股票/基金/债券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647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招股书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6647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关键词定位 + 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6476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80份TXT · 公司名后缀匹配 · 段落相关性排序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Agent Core 核心引擎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INTENT RECOGNITION &amp; TOOL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4864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⚙️ 处理流水线 (process_query)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① 意图识别: DeepSeek分析用户输入 → 返回JSON {tool, reason, query}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② 工具路由: 匹配TOOL_REGISTRY → call_tool()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③ 工具执行: NL2SQL生成 → SQLite查询 → 结果提取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④ 答案格式化: AI润色 → 模板兜底 → 自然语言输出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⑤ 通用兜底: 无工具匹配 → _general_chat → 2048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📐 核心参数 (V2.2优化后)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意图识别 max_tokens: 256 → 1024 (推理模型需4x预算)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SQL生成 max_tokens: 1024 → 4096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答案润色 max_tokens: 512 → 2048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通用对话 max_tokens: 800 → 2048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84048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840480"/>
            <a:ext cx="50292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977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🛡️ 容错机制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343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reasoning_content 兜底提取（推理模型兼容）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54456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空content自动扩容重试 (max_tokens x2)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7457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JSON解析失败 → 文本模式降级匹配工具名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9469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SQL执行失败 → 带错误信息自动修正重试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意图识别机制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INTENT RECOGNITION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0292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📝 系统提示词结构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## 可用工具: 5个工具的完整描述列表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## 工作流程: 分析→选择→多工具建议→最优匹配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## 输出格式: 严格JSON {tool, reason, query}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## 降级规则: unknown → 通用对话兜底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🎯 意图分类示例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"今天花了50块买午饭" → 记账本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"明天下午3点开会" → 日程提醒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"景顺长城基金净值" → 基金问答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"长远锂科发起人" → 招股书问答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"今天天气怎么样" → 通用对话(unknown)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10515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10515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🔧 推理模型兼容处理 (V2.2核心修复)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4348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问题: deepseek-v4-pro 是推理模型 → 内部推理消耗max_tokens → content为空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6360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修复: max_tokens 256→1024 | content为空时提取reasoning_content | 自动加大tokens重试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371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效果: 意图识别成功率从 ~70% 提升到 ~98%，不再误路由到通用对话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工具详解：记账本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TOOL 1: LEDGER — NL2SQL 对话式记账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4864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💰 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数据库: SQLite money_notes (id/日期/成员/收支类型/类别/物品/金额)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意图识别: 关键字判断 添加/查询/删除 → 分类路由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NL2SQL: DeepSeek根据表结构+数据样本+规则 → 生成INSERT/SELECT/UPDATE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容错: SQL执行失败→带错误信息重试 | JSON解析失败→降级正则提取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自然语言回复: AI润色SQL结果 → 口语化友好输出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💬 交互示例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"今天买三体花了50元"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INSERT money_notes(..., 支出, 买书, 三体, 50)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回复: "✅ 已记录: 今天买书《三体》支出50元~"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4048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84048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977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✨ 设计亮点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3434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"我" = member='我'，不替换用户名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4456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自动识别日期(今天/昨天/具体日期)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7457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软删除: UPDATE enabled=0 (数据可恢复)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9469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本月统计: record_date &gt;= month_start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工具详解：日程提醒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TOOL 2: SCHEDULE — 智能日程管理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4864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⏰ 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数据库: SQLite schedules (id/日期/时间/内容/重复规则/有效性)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添加: LLM提取 {date, time, content, repeat} → INSERT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查询: 查今日日程 → 无则查最近日程 → 无则给出使用提示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删除: 正则提取编号 → UPDATE enabled=0 (软删除)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回复格式: 📅 清单格式，按时间排列，每日重复标记🔁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💬 交互示例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"提醒我明天下午3点开会"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LLM提取: {date:"2026-06-24", time:"15:00", content:"开会"}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INSERT → 回复: "✅ 已添加日程"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"查看我的日程"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SELECT WHERE date=today → 清单回复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81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812280" y="32826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"删除日程3"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83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UPDATE enabled=0 WHERE id=3 → 确认删除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工具详解：文生图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TOOL 3: TEXT-TO-IMAGE — AI图像生成与编辑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4864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🎨 纯文本 → 图像生成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① DeepSeek提取英文prompt(含风格/分辨率/构图)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② DashScope qwen-image-edit-max 生成图像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③ 成功 → 返回图像URL | 失败 → 回退文字描述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5486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54864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🔄 人脸旋转 (图片模式)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74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① 解析意图: 左转30°/右转30°/其他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② DashScope 图像编辑API处理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77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③ 保持面部特征+背景+服装不变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🔧 V2.1重要修复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旧方案: qwen-vl-plus → 仅返回图片文字描述，非真正图像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新方案: qwen-image-edit-max → 真正调用图像生成/编辑API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前端适配: 支持API返回的图片自动展示 (Markdown ![]() 解析)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图片点击放大: window.open(src)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粘贴上传: Ctrl+V 粘贴剪贴板图片 → Base64传输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工具详解：基金问答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TOOL 4: FUND Q&amp;A — NL2SQL金融数据查询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48640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📊 技术架构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数据库: 博金杯比赛数据.db (1.46GB, 10张表)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核心表: 基金基本信息 / 基金债券持仓明细 / 基金股票持仓明细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      A股票日行情表 / A股公司行业划分表 / 基金日行情表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SQL生成: DeepSeek根据完整Schema+SQL示例 → 生成精确查询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答案格式化: AI润色 → _format_fund_answer模板兜底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🔍 查询类型与SQL示例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债券持仓: JOIN基金基本信息 ON基金代码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WHERE 基金简称 LIKE '%景顺长城%' AND 持仓日期='20210331'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股票涨跌幅: JOIN A股公司行业划分表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ROUND((收盘价-昨收盘)/昨收盘*100, 2) AS "涨跌幅(%)"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基金净值: 子查询获取基金代码 → 查日行情表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关键规则: 日期YYYYMMDD | 报告类型过滤 | LIKE模糊匹配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工具详解：招股书问答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TOOL 5: PROSPECTUS Q&amp;A — 关键词定位 +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30352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📄 四阶段处理流程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① 公司名提取: 后缀匹配(股份有限公司/有限公司) + 6字中文回退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② 文件匹配: 后缀得分 + ngram得分 + 内容关键词得分 → 最佳文件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③ 段落定位: 精准词优先搜索 → 原始关键词首次出现保证 → 数据扫荡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④ RAG问答: 8段精选上下文 → AI分析 → 自然语言回答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371600"/>
            <a:ext cx="50292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37160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🛡️ V2.2 三道防线加固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防线1 数据扫荡: 正则匹配'数字+单位'序列→直接定位答案段落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防线2 补齐关键词: 从query提取所有连续中文片段→防停用词拆分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防线3 两轮RAG: 第一轮'未找到'→合并原文+数据段落重试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90372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效果: 兴图新科军用收入查询 → 从'未找到' → 精确返回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6,464.51万/14,414.16万/18,780.67万/4,627.14万元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数据流设计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DATA FLOW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64008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1 输入清洗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642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去乱码碎片 · PDF空格合并 · 长度截断500字 · Session管理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64008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21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2 Demo匹配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414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SQLite模糊搜索 · 关键词命中评分≥5 · 仅意图不明时启用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EA5E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26080"/>
            <a:ext cx="6400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99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3 意图预判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186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DeepSeek JSON输出 · 工具名提取 · 一次调用全局复用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3A5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03320"/>
            <a:ext cx="6400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764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4 工具路由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9959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Demo&gt;图片&gt;工具流水线 · pre_recognized_tool避免重复API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480560"/>
            <a:ext cx="6400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5 工具执行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773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NL2SQL生成→SQLite查询→AI润色→模板兜底→结果返回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257800"/>
            <a:ext cx="6400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309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276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6 响应输出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550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JSON格式 · answer/tool/elapsed/images · 多轮对话历史更新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前端交互与API设计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FRONTEND UI &amp;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303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30352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🖥️ Web前端特性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暗色主题 + 霓虹光晕背景 (.glow)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响应式布局 (移动端适配 @media 640px)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图片上传 (点击📷/Ctrl+V粘贴)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Markdown图片渲染 (API返回base64)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Loading动画 (三点弹跳 .typing)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Session持久化 (sid=Date.now())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371600"/>
            <a:ext cx="25603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🔌 API接口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874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GET / → 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07568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POST /api/chat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2768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{question, image, session}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4780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→ {answer, tool, elapsed, images}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6791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GET /api/health → {status:ok}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371600"/>
            <a:ext cx="38404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371600"/>
            <a:ext cx="38404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⚡ API设计要点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745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支持JSON + FormData双模式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0756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Cache-Control: no-cache (禁用缓存)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768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Session管理: dict[sid] = history[]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7802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历史限制: MAX_HISTORY*2条后截断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6791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图片: Base64编码传输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8803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输入清洗: 正则去噪声+空格合并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08152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多轮对话: user/assistant交替追加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前端界面设计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UI DESIGN — 暗色主题聊天界面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64008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🤖 AI Agent 智能体                    🟢 DeepSeek + Qwen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920240"/>
            <a:ext cx="5943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194560"/>
            <a:ext cx="4572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🔧 基金问答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景顺长城中短债债券C基金在2021年3月31日的季报中，</a:t>
            </a:r>
            <a:br/>
            <a:r>
              <a:t>前三大持仓债券为：</a:t>
            </a:r>
            <a:br/>
            <a:r>
              <a:t>1. 21国开01（26.62%） 2. 20农发清发01（20.82%） 3. 20国信03（6.99%）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657600"/>
            <a:ext cx="3200400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景顺长城中短债债券C基金在20210331</a:t>
            </a:r>
            <a:br/>
            <a:r>
              <a:t>的季报里，前三大持仓债券是什么？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943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输入问题或粘贴图片(Ctrl+V)...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3716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371600"/>
            <a:ext cx="365760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🎯 UI设计特点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8745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🎨 暗色系: #060712背景 + 霓虹渐变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💬 聊天气泡: AI左/用户右 + 滑入动画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276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🏷️ 工具标签: 自动显示【工具名】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4780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🖼️ 图片展示: 自动渲染 + 点击放大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6791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📱 响应式: 移动端自动适配布局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8803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⌨️ 快捷操作: Enter发送 / 粘贴图片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081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⏳ Loading: 三点弹跳等待动画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2826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🔘 快捷入口: 5个工具预设问题按钮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V2.2 深度修复 — 问题发现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ISSUES DISCOVERED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383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❌ 问题1: 基金问答返回乱码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"景顺长城中短债债券C前三大持仓债券?"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实际返回: "根据...202这什么都没" (截断乱码)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根因: AI润色max_tokens=512，推理模型消耗后content为空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回退到SQL原始数据 → 格式错乱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68880"/>
            <a:ext cx="3383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4688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❌ 问题2: 股票涨跌幅返回原始数据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9718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"消费者服务行业涨跌幅最大股票?"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729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实际返回: "300178 | 4.62" (SQL裸数据)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741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根因: _call_deepseek返回None → or data回退 → 无自然语言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❌ 问题3: 招股书找不到数据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用户: "兴图新科来自军用领域的收入?"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实际返回: "未在文本中找到相关信息"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根因链: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① "军用领域"关键词在文件中出现15次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② 答案在pos=81785，但段落排序被公司名ngram挤掉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  ③ AI从未看到答案段落 → 误报"未找到"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081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812280" y="32826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问题4: 华铭战略配售找不到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4838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文件正确匹配(得分41515)，但"战略配售"词汇在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6850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txt中0次出现(表格数据丢失/招股书不含配售结果)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根因分析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530352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🔍 根因1: deepseek-v4-pro 是推理模型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DeepSeek V4 Pro 在输出content之前先进行内部推理(reasoning)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推理过程消耗max_tokens预算 → 实际回答content被截断或为空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影响范围: recognize_intent(256→0) / AI润色(512→0) / _general_chat(800→0)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为什么之前没事? 可能模型版本更新增加了推理深度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37160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🔍 根因2: 段落排序算法依赖静态词表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874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旧算法: 按answer_kw_density排序(收入/元/万/金额...)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756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公司名ngram(兴图/新科/电子/股份等)产生50+关键词匹配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2768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股东历史段落得分533 = 答案段落得分533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478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→ 答案段落被随机挤掉，AI从未看到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679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812280" y="2880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根因3: 关键词搜索无优先级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815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"收入"匹配533次 → 40个chunk配额被耗尽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2826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"军用领域"(答案词)排在后面 → 无配额提取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修复方案总览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6060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2606040" cy="5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Token预算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所有max_tokens提升4-8倍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新增reasoning_content兜底提取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7685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空content自动扩容重试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780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详细错误日志(含HTTP状态码)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1371600"/>
            <a:ext cx="26060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1371600"/>
            <a:ext cx="26060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答案格式化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745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新增_format_fund_answer()模板兜底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0756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AI润色失败→程序化格式化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27685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百分数自动×100+%符号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4780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自然语言模板替代原始SQL输出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26060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段落定位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精准词优先→通用词补充两阶段搜索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0756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原始关键词首次出现段落强制保留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27685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数据扫荡: 正则匹配数字+单位序列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4780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补齐关键词: 提取连续中文防停用词拆分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19" y="1371600"/>
            <a:ext cx="26060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19" y="1371600"/>
            <a:ext cx="26060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两轮RAG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18745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第一轮'未找到'→自动触发重试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207568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合并原文段落+数据扫荡段落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227685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扩大上下文窗口: 8000→12000字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247802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RAG提示词强化: 优先提取相关信息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三道防线机制（招股书）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THREE-LAYER DEFENSE FOR PROSPECTUS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011680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防线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数据扫荡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正则匹配数字序列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正则: \d+(,\d{3})*\.?\d*\s*[万元亿%]+\s*[、，和及与或]+\s*...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5087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直接定位答案段落</a:t>
            </a:r>
            <a:br/>
            <a:r>
              <a:t>不受关键词限制</a:t>
            </a:r>
            <a:br/>
            <a:r>
              <a:t>命中率接近100%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2011680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防线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补齐关键词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防停用词拆分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re.findall(r'[一-龥]{2,}', q_compact)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004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从原始query提取所有</a:t>
            </a:r>
            <a:br/>
            <a:r>
              <a:t>连续中文片段</a:t>
            </a:r>
            <a:br/>
            <a:r>
              <a:t>'军用领域'不会丢失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754880"/>
            <a:ext cx="201168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防线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两轮RAG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合并上下文重试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if "未找到" in answer → 触发重试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920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合并: 保证段落 + 数据段落</a:t>
            </a:r>
            <a:br/>
            <a:r>
              <a:t>+ 原始段落(取并集)</a:t>
            </a:r>
            <a:br/>
            <a:r>
              <a:t>12段精选上下文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TESTING 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8016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基金债券查询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景顺长城中短债债券C</a:t>
            </a:r>
            <a:br/>
            <a:r>
              <a:t>20210331前三大持仓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✅ 21国开01(26.62%) 20农发清发01(20.82%) 20国信03(6.99%)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8600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股票涨跌幅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20210715 消费者服务</a:t>
            </a:r>
            <a:br/>
            <a:r>
              <a:t>涨跌幅最大股票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✅ 股票代码300178，涨跌幅4.62%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9184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兴图新科军用收入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83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报告期内军用领域</a:t>
            </a:r>
            <a:br/>
            <a:r>
              <a:t>收入分别是什么？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✅ 6,464.51万/14,414.16万/18,780.67万/4,627.14万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976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389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长远锂科发起人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湖南长远锂科股份有限公司</a:t>
            </a:r>
            <a:br/>
            <a:r>
              <a:t>的发起人有哪些？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✅ 五矿股份/长沙矿冶院/宁波创元 + 11家投资者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30352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94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t>华铭战略配售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首发战略配售结果如何？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94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⚠️ 数据源不含配售结果(招股书为IPO前文件)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-1828800"/>
            <a:ext cx="7315200" cy="7315200"/>
          </a:xfrm>
          <a:prstGeom prst="rect">
            <a:avLst/>
          </a:prstGeom>
          <a:solidFill>
            <a:srgbClr val="25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828800" y="4572000"/>
            <a:ext cx="5486400" cy="5486400"/>
          </a:xfrm>
          <a:prstGeom prst="rect">
            <a:avLst/>
          </a:prstGeom>
          <a:solidFill>
            <a:srgbClr val="25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Microsoft YaHei"/>
              </a:defRPr>
            </a:pPr>
            <a:r>
              <a:t>AI Agent 智能体系统 V2.2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工单编号：人工智能NLP-Agent数字人项目-智能体任务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技术栈：Python · Flask · DeepSeek V4 · Qwen · SQLite · RAG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工具集：记账本 · 日程提醒 · 文生图 · 基金问答 · 招股书问答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59E0B"/>
                </a:solidFill>
                <a:latin typeface="Microsoft YaHei"/>
              </a:defRPr>
            </a:pPr>
            <a:r>
              <a:t>2026-06-23  |  V2.2 深度修复版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