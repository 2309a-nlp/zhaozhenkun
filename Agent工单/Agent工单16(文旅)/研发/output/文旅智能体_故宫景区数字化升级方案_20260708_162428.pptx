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项目背景与现状分析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DC"/>
                </a:solidFill>
              </a:defRPr>
            </a:pPr>
            <a:r>
              <a:t>故宫数字化升级的必要性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故宫年接待游客超1900万，传统服务面临承载力瓶颈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游客体验痛点：排队时间长、导览信息不足、互动性弱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现有数字化基础：官网、数字文物库、虚拟游览初步上线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技术趋势驱动：5G、AI、AR/VR、物联网成熟度提升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政策支持：国家文化数字化战略与智慧文旅建设要求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核心目标与愿景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打造全球领先的智慧博物馆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提升游客全流程体验：购票、导览、互动、消费无缝衔接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实现文物数字化保护与传播：高精度采集与云端共享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构建数据驱动的运营管理：客流预测、安防调度、资源优化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推动文化IP活化：数字藏品、沉浸式展览、跨界合作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树立文旅行业标杆：形成可复制的数字化解决方案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关键技术架构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融合前沿技术的系统支撑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5G专网覆盖：保障高清直播、AR导览、实时数据传输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AI智能识别：人脸检票、客流热力分析、文物病害监测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AR/VR沉浸体验：虚拟导游、历史场景复原、数字文物互动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物联网感知网络：环境监控、展柜震动监测、智能灯控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云平台与大数据中心：统一数据中台、游客画像、运营决策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重点应用场景设计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从入口到出口的全触点升级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智慧票务系统：分时预约、动态票价、无感入园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AI导游助手：语音问答、路线推荐、多语言实时翻译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AR寻宝游戏：绑定历史故事，引导深度游览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数字文物展厅：3D建模、触控屏解析、虚拟修复体验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智慧文创商店：推荐算法、AR试戴、数字藏品发售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实施路径与阶段规划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分步推进，快速迭代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第一阶段（3-6个月）：基础网络升级、票务系统改造、数据中台搭建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第二阶段（6-12个月）：AI导游、AR导览、物联网试点上线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第三阶段（12-18个月）：沉浸式展厅、数字藏品平台、全域数据联动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第四阶段（18-24个月）：AI运营优化、跨景区协同、商业变现闭环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预期效果与价值评估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投资回报与社会效益双赢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游客满意度提升30%以上，平均游览时长延长至5小时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运营成本降低20%，安防响应效率提高50%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数字内容年访问量突破1亿次，线上文创收入增长40%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文物数字化保护覆盖率达90%，降低物理损耗风险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形成行业标准输出，带动全国文博数字化升级浪潮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